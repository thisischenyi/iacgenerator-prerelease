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66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60520" cy="64008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60520" y="137160"/>
            <a:ext cx="0" cy="484632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50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CLOUD INFRASTRUCTURE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IaC4 — From Intent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Infrastructure.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36118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361188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E8A0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54864" cy="7772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481328"/>
            <a:ext cx="34290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20" i="1" dirty="0">
                <a:solidFill>
                  <a:srgbClr val="6B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AI platform that turns natural language or Excel templates into production-ready Terraform code — with built-in compliance, auto-review, and one-click cloud deployment.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5720" cy="37490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201168" cy="201168"/>
          </a:xfrm>
          <a:prstGeom prst="ellipse">
            <a:avLst/>
          </a:prstGeom>
          <a:solidFill>
            <a:srgbClr val="F5F0FB"/>
          </a:solidFill>
          <a:ln w="635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514600"/>
            <a:ext cx="128016" cy="1280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" y="237744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  </a:t>
            </a: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specialised AI agents collaborate — parse, validate, check, generate &amp; review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74320" y="281178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2811780"/>
            <a:ext cx="45720" cy="374904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2912364"/>
            <a:ext cx="201168" cy="201168"/>
          </a:xfrm>
          <a:prstGeom prst="ellipse">
            <a:avLst/>
          </a:prstGeom>
          <a:solidFill>
            <a:srgbClr val="EEF4FB"/>
          </a:solidFill>
          <a:ln w="635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948940"/>
            <a:ext cx="128016" cy="1280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" y="28117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&amp; Azure Dual-Cloud  </a:t>
            </a: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enterprise Terraform modules covering VPC, VM, RDS, AKS, Storage and more</a:t>
            </a:r>
            <a:endParaRPr lang="en-US" sz="820" dirty="0"/>
          </a:p>
        </p:txBody>
      </p:sp>
      <p:sp>
        <p:nvSpPr>
          <p:cNvPr id="21" name="Shape 17"/>
          <p:cNvSpPr/>
          <p:nvPr/>
        </p:nvSpPr>
        <p:spPr>
          <a:xfrm>
            <a:off x="274320" y="324612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74320" y="3246120"/>
            <a:ext cx="45720" cy="3749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11480" y="3346704"/>
            <a:ext cx="201168" cy="201168"/>
          </a:xfrm>
          <a:prstGeom prst="ellipse">
            <a:avLst/>
          </a:prstGeom>
          <a:solidFill>
            <a:srgbClr val="EDF7F1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383280"/>
            <a:ext cx="128016" cy="1280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324612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Shift-Left  </a:t>
            </a: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engine blocks risky configs before a single line of code is written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274320" y="368046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3680460"/>
            <a:ext cx="45720" cy="3749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11480" y="3781044"/>
            <a:ext cx="201168" cy="201168"/>
          </a:xfrm>
          <a:prstGeom prst="ellipse">
            <a:avLst/>
          </a:prstGeom>
          <a:solidFill>
            <a:srgbClr val="E8F6F7"/>
          </a:solidFill>
          <a:ln w="63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817620"/>
            <a:ext cx="128016" cy="1280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3232" y="368046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Code  </a:t>
            </a: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Actor-Critic loop auto-fixes deprecated syntax and version conflicts up to 3x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274320" y="4114800"/>
            <a:ext cx="36118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274320" y="4114800"/>
            <a:ext cx="45720" cy="374904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11480" y="4215384"/>
            <a:ext cx="201168" cy="201168"/>
          </a:xfrm>
          <a:prstGeom prst="ellipse">
            <a:avLst/>
          </a:prstGeom>
          <a:solidFill>
            <a:srgbClr val="FFF8F0"/>
          </a:solidFill>
          <a:ln w="6350">
            <a:solidFill>
              <a:srgbClr val="D47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4251960"/>
            <a:ext cx="128016" cy="12801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3232" y="411480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  </a:t>
            </a:r>
            <a:r>
              <a:rPr lang="en-US" sz="82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Terraform executor — Plan, Apply &amp; Destroy straight from the browser</a:t>
            </a:r>
            <a:endParaRPr lang="en-US" sz="820" dirty="0"/>
          </a:p>
        </p:txBody>
      </p:sp>
      <p:sp>
        <p:nvSpPr>
          <p:cNvPr id="36" name="Text 29"/>
          <p:cNvSpPr/>
          <p:nvPr/>
        </p:nvSpPr>
        <p:spPr>
          <a:xfrm>
            <a:off x="4389120" y="256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50" dirty="0">
                <a:solidFill>
                  <a:srgbClr val="D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SCENARIO</a:t>
            </a:r>
            <a:endParaRPr lang="en-US" sz="650" dirty="0"/>
          </a:p>
        </p:txBody>
      </p:sp>
      <p:sp>
        <p:nvSpPr>
          <p:cNvPr id="37" name="Text 30"/>
          <p:cNvSpPr/>
          <p:nvPr/>
        </p:nvSpPr>
        <p:spPr>
          <a:xfrm>
            <a:off x="4389120" y="457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me a high-availability</a:t>
            </a:r>
            <a:r>
              <a:rPr lang="zh-CN" alt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omplete 3-Tier Application Stack on Azure."</a:t>
            </a:r>
            <a:endParaRPr lang="en-US" sz="1900" dirty="0"/>
          </a:p>
        </p:txBody>
      </p:sp>
      <p:sp>
        <p:nvSpPr>
          <p:cNvPr id="38" name="Shape 31"/>
          <p:cNvSpPr/>
          <p:nvPr/>
        </p:nvSpPr>
        <p:spPr>
          <a:xfrm>
            <a:off x="4389120" y="1389888"/>
            <a:ext cx="4572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389120" y="1481328"/>
            <a:ext cx="4572000" cy="749808"/>
          </a:xfrm>
          <a:prstGeom prst="rect">
            <a:avLst/>
          </a:prstGeom>
          <a:solidFill>
            <a:srgbClr val="EEF4FB"/>
          </a:solidFill>
          <a:ln w="1016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4389120" y="1481328"/>
            <a:ext cx="54864" cy="749808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5424" y="1581912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901184" y="1481328"/>
            <a:ext cx="4005072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>
              <a:lnSpc>
                <a:spcPct val="145000"/>
              </a:lnSpc>
            </a:pPr>
            <a:r>
              <a:rPr lang="en-US" sz="850" i="1" dirty="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 uploads a single Excel file defining a classic 3-tier app. Within seconds, IaC4 spins up 5 AI agents — gathering requirements, enforcing security policies, generating and reviewing a complete multi-file Terraform codebase, ready to deploy.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389120" y="2359152"/>
            <a:ext cx="1463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389120" y="2359152"/>
            <a:ext cx="146304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4526280" y="2505456"/>
            <a:ext cx="384048" cy="384048"/>
          </a:xfrm>
          <a:prstGeom prst="ellipse">
            <a:avLst/>
          </a:prstGeom>
          <a:solidFill>
            <a:srgbClr val="F5F0FB"/>
          </a:solidFill>
          <a:ln w="635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58775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98348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48" name="Text 39"/>
          <p:cNvSpPr/>
          <p:nvPr/>
        </p:nvSpPr>
        <p:spPr>
          <a:xfrm>
            <a:off x="448056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&amp; Generate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448056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4480560" y="33467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 plain language or upload Excel. Agents extract intent, fill in missing params, and render a full Terraform codebase in seconds.</a:t>
            </a:r>
            <a:endParaRPr lang="en-US" sz="780" dirty="0"/>
          </a:p>
        </p:txBody>
      </p:sp>
      <p:sp>
        <p:nvSpPr>
          <p:cNvPr id="51" name="Shape 42"/>
          <p:cNvSpPr/>
          <p:nvPr/>
        </p:nvSpPr>
        <p:spPr>
          <a:xfrm>
            <a:off x="5943600" y="2359152"/>
            <a:ext cx="1463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5943600" y="2359152"/>
            <a:ext cx="1463040" cy="6400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/>
          <p:nvPr/>
        </p:nvSpPr>
        <p:spPr>
          <a:xfrm>
            <a:off x="6080760" y="2505456"/>
            <a:ext cx="384048" cy="384048"/>
          </a:xfrm>
          <a:prstGeom prst="ellipse">
            <a:avLst/>
          </a:prstGeom>
          <a:solidFill>
            <a:srgbClr val="EDF7F1"/>
          </a:solidFill>
          <a:ln w="635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587752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53796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56" name="Text 46"/>
          <p:cNvSpPr/>
          <p:nvPr/>
        </p:nvSpPr>
        <p:spPr>
          <a:xfrm>
            <a:off x="603504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Harden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603504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/>
          <p:nvPr/>
        </p:nvSpPr>
        <p:spPr>
          <a:xfrm>
            <a:off x="6035040" y="334670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 scans for exposed ports, missing tags, and deprecated syntax — blocking issues before any code reaches the cloud.</a:t>
            </a:r>
            <a:endParaRPr lang="en-US" sz="780" dirty="0"/>
          </a:p>
        </p:txBody>
      </p:sp>
      <p:sp>
        <p:nvSpPr>
          <p:cNvPr id="59" name="Shape 49"/>
          <p:cNvSpPr/>
          <p:nvPr/>
        </p:nvSpPr>
        <p:spPr>
          <a:xfrm>
            <a:off x="7498080" y="2359152"/>
            <a:ext cx="1463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/>
          <p:nvPr/>
        </p:nvSpPr>
        <p:spPr>
          <a:xfrm>
            <a:off x="7498080" y="2359152"/>
            <a:ext cx="1463040" cy="64008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1"/>
          <p:cNvSpPr/>
          <p:nvPr/>
        </p:nvSpPr>
        <p:spPr>
          <a:xfrm>
            <a:off x="7635240" y="2505456"/>
            <a:ext cx="384048" cy="384048"/>
          </a:xfrm>
          <a:prstGeom prst="ellipse">
            <a:avLst/>
          </a:prstGeom>
          <a:solidFill>
            <a:srgbClr val="FFF8F0"/>
          </a:solidFill>
          <a:ln w="6350">
            <a:solidFill>
              <a:srgbClr val="D47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2587752"/>
            <a:ext cx="219456" cy="219456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809244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64" name="Text 53"/>
          <p:cNvSpPr/>
          <p:nvPr/>
        </p:nvSpPr>
        <p:spPr>
          <a:xfrm>
            <a:off x="7589520" y="29809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Iterate</a:t>
            </a:r>
            <a:endParaRPr lang="en-US" sz="950" dirty="0"/>
          </a:p>
        </p:txBody>
      </p:sp>
      <p:sp>
        <p:nvSpPr>
          <p:cNvPr id="65" name="Shape 54"/>
          <p:cNvSpPr/>
          <p:nvPr/>
        </p:nvSpPr>
        <p:spPr>
          <a:xfrm>
            <a:off x="7589520" y="3291840"/>
            <a:ext cx="12801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5"/>
          <p:cNvSpPr/>
          <p:nvPr/>
        </p:nvSpPr>
        <p:spPr>
          <a:xfrm>
            <a:off x="7589520" y="3405069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Plan previews blast radius. Apply pushes to Azure or AWS. Switch environments, scale resources — all from the browser.</a:t>
            </a:r>
            <a:endParaRPr lang="en-US" sz="780" dirty="0"/>
          </a:p>
        </p:txBody>
      </p:sp>
      <p:sp>
        <p:nvSpPr>
          <p:cNvPr id="67" name="Text 56"/>
          <p:cNvSpPr/>
          <p:nvPr/>
        </p:nvSpPr>
        <p:spPr>
          <a:xfrm>
            <a:off x="4389120" y="441142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1400" dirty="0"/>
          </a:p>
        </p:txBody>
      </p:sp>
      <p:sp>
        <p:nvSpPr>
          <p:cNvPr id="68" name="Text 57"/>
          <p:cNvSpPr/>
          <p:nvPr/>
        </p:nvSpPr>
        <p:spPr>
          <a:xfrm>
            <a:off x="4389120" y="465831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Code Delivery</a:t>
            </a:r>
            <a:endParaRPr lang="en-US" sz="750" dirty="0"/>
          </a:p>
        </p:txBody>
      </p:sp>
      <p:sp>
        <p:nvSpPr>
          <p:cNvPr id="69" name="Text 58"/>
          <p:cNvSpPr/>
          <p:nvPr/>
        </p:nvSpPr>
        <p:spPr>
          <a:xfrm>
            <a:off x="5907024" y="441142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400" dirty="0"/>
          </a:p>
        </p:txBody>
      </p:sp>
      <p:sp>
        <p:nvSpPr>
          <p:cNvPr id="70" name="Text 59"/>
          <p:cNvSpPr/>
          <p:nvPr/>
        </p:nvSpPr>
        <p:spPr>
          <a:xfrm>
            <a:off x="5907024" y="465831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Hell</a:t>
            </a:r>
            <a:endParaRPr lang="en-US" sz="750" dirty="0"/>
          </a:p>
        </p:txBody>
      </p:sp>
      <p:sp>
        <p:nvSpPr>
          <p:cNvPr id="71" name="Text 60"/>
          <p:cNvSpPr/>
          <p:nvPr/>
        </p:nvSpPr>
        <p:spPr>
          <a:xfrm>
            <a:off x="7424928" y="441142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72" name="Text 61"/>
          <p:cNvSpPr/>
          <p:nvPr/>
        </p:nvSpPr>
        <p:spPr>
          <a:xfrm>
            <a:off x="7424928" y="465831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by Default</a:t>
            </a:r>
            <a:endParaRPr lang="en-US" sz="750" dirty="0"/>
          </a:p>
        </p:txBody>
      </p:sp>
      <p:sp>
        <p:nvSpPr>
          <p:cNvPr id="73" name="Shape 62"/>
          <p:cNvSpPr/>
          <p:nvPr/>
        </p:nvSpPr>
        <p:spPr>
          <a:xfrm>
            <a:off x="4389120" y="4374850"/>
            <a:ext cx="4572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3"/>
          <p:cNvSpPr/>
          <p:nvPr/>
        </p:nvSpPr>
        <p:spPr>
          <a:xfrm>
            <a:off x="274320" y="4919472"/>
            <a:ext cx="85953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4"/>
          <p:cNvSpPr/>
          <p:nvPr/>
        </p:nvSpPr>
        <p:spPr>
          <a:xfrm>
            <a:off x="274320" y="4956048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Accenture  |  IaC4 Platform Demo  |  Confidential</a:t>
            </a:r>
            <a:endParaRPr lang="en-US" sz="650" dirty="0"/>
          </a:p>
        </p:txBody>
      </p:sp>
      <p:sp>
        <p:nvSpPr>
          <p:cNvPr id="76" name="Shape 65"/>
          <p:cNvSpPr/>
          <p:nvPr/>
        </p:nvSpPr>
        <p:spPr>
          <a:xfrm>
            <a:off x="274320" y="4572000"/>
            <a:ext cx="3611880" cy="329184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4608576"/>
            <a:ext cx="237744" cy="237744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694944" y="457200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  →  See the full workflow in action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291</Words>
  <Application>Microsoft Office PowerPoint</Application>
  <PresentationFormat>全屏显示(16:9)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Chen, Yi</cp:lastModifiedBy>
  <cp:revision>2</cp:revision>
  <dcterms:created xsi:type="dcterms:W3CDTF">2026-03-14T08:12:54Z</dcterms:created>
  <dcterms:modified xsi:type="dcterms:W3CDTF">2026-03-14T08:27:21Z</dcterms:modified>
</cp:coreProperties>
</file>